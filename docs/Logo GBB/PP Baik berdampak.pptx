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144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3264" y="756"/>
      </p:cViewPr>
      <p:guideLst>
        <p:guide orient="horz" pos="288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96484"/>
            <a:ext cx="77724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2717"/>
            <a:ext cx="6858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8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279653"/>
            <a:ext cx="78867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6119286"/>
            <a:ext cx="78867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2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434167"/>
            <a:ext cx="38862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86836"/>
            <a:ext cx="78867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241551"/>
            <a:ext cx="3868340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340100"/>
            <a:ext cx="386834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241551"/>
            <a:ext cx="3887391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340100"/>
            <a:ext cx="3887391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78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07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316569"/>
            <a:ext cx="462915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1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09600"/>
            <a:ext cx="2949178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316569"/>
            <a:ext cx="4629150" cy="649816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743200"/>
            <a:ext cx="2949178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9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4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86834"/>
            <a:ext cx="1971675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86834"/>
            <a:ext cx="5800725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61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86836"/>
            <a:ext cx="78867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434167"/>
            <a:ext cx="78867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CB6F3-2DB6-4419-96DB-55153E801C61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8475136"/>
            <a:ext cx="2057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FB8A4-DA6D-4744-B898-9AFBD97A7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9C671AC-ABEA-126A-992E-4F54A1B867CD}"/>
              </a:ext>
            </a:extLst>
          </p:cNvPr>
          <p:cNvGrpSpPr/>
          <p:nvPr/>
        </p:nvGrpSpPr>
        <p:grpSpPr>
          <a:xfrm>
            <a:off x="0" y="0"/>
            <a:ext cx="9144000" cy="9144000"/>
            <a:chOff x="0" y="0"/>
            <a:chExt cx="9144000" cy="9144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BCA68A2-9A3E-6D0C-26EC-76E9AC4223A7}"/>
                </a:ext>
              </a:extLst>
            </p:cNvPr>
            <p:cNvSpPr/>
            <p:nvPr/>
          </p:nvSpPr>
          <p:spPr>
            <a:xfrm>
              <a:off x="0" y="0"/>
              <a:ext cx="9144000" cy="914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group of blue and orange circles&#10;&#10;AI-generated content may be incorrect.">
              <a:extLst>
                <a:ext uri="{FF2B5EF4-FFF2-40B4-BE49-F238E27FC236}">
                  <a16:creationId xmlns:a16="http://schemas.microsoft.com/office/drawing/2014/main" id="{82603CA9-70FD-4463-11A6-E8B7AE292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8025" y="2746505"/>
              <a:ext cx="4487949" cy="3650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294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824A0-DE7E-5542-1E16-F430EB32C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0D2B8D1-71B7-7BF9-A5BF-4814E44CDDE0}"/>
              </a:ext>
            </a:extLst>
          </p:cNvPr>
          <p:cNvGrpSpPr/>
          <p:nvPr/>
        </p:nvGrpSpPr>
        <p:grpSpPr>
          <a:xfrm>
            <a:off x="0" y="0"/>
            <a:ext cx="9144000" cy="9144000"/>
            <a:chOff x="0" y="0"/>
            <a:chExt cx="9144000" cy="9144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A741FF-7E7A-AC0F-FD4C-EB2A3C7CD08D}"/>
                </a:ext>
              </a:extLst>
            </p:cNvPr>
            <p:cNvSpPr/>
            <p:nvPr/>
          </p:nvSpPr>
          <p:spPr>
            <a:xfrm>
              <a:off x="0" y="0"/>
              <a:ext cx="9144000" cy="9144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8D952A-8DF2-5F0D-06AD-B6E417F9F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58579" y="2135252"/>
              <a:ext cx="5626841" cy="48734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3115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 Alfayn Fathan Qarieba</dc:creator>
  <cp:lastModifiedBy>Nur Alfayn Fathan Qarieba</cp:lastModifiedBy>
  <cp:revision>1</cp:revision>
  <dcterms:created xsi:type="dcterms:W3CDTF">2025-07-13T12:59:50Z</dcterms:created>
  <dcterms:modified xsi:type="dcterms:W3CDTF">2025-07-13T13:10:28Z</dcterms:modified>
</cp:coreProperties>
</file>